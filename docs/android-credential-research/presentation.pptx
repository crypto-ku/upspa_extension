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UPSPA INTERN TRACK  ·  EMIRHAN  ·  28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Can Android credential APIs give an extension-like UpSPA experience?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661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8EEF4"/>
                </a:solidFill>
                <a:latin typeface="Calibri"/>
              </a:rPr>
              <a:t>In apps that have never heard of us — locked suggestion, then slow TOPRF, never a pre-derived password.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A8B8"/>
                </a:solidFill>
                <a:latin typeface="Calibri"/>
              </a:rPr>
              <a:t>Research lab only. No production protocol. No real secrets. Values are FAKE- prefixes.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 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5B9FD4"/>
                </a:solidFill>
                <a:latin typeface="Calibri"/>
              </a:rPr>
              <a:t>Three hard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>
                <a:solidFill>
                  <a:srgbClr val="E8EEF4"/>
                </a:solidFill>
                <a:latin typeface="Calibri"/>
              </a:rPr>
              <a:t>1.  Ambient coverage — fill third-party apps with no SDK (browser-extension analogue).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EF4"/>
                </a:solidFill>
                <a:latin typeface="Calibri"/>
              </a:rPr>
              <a:t>2.  Locked static entry — never derive TOPRF material at suggestion time.</a:t>
            </a:r>
          </a:p>
          <a:p>
            <a:pPr>
              <a:spcAft>
                <a:spcPts val="1000"/>
              </a:spcAft>
            </a:pPr>
            <a:r>
              <a:rPr sz="2200">
                <a:solidFill>
                  <a:srgbClr val="E8EEF4"/>
                </a:solidFill>
                <a:latin typeface="Calibri"/>
              </a:rPr>
              <a:t>3.  Slow derivation after unlock — onFillRequest has a 5 second AOSP deadline. Derivation belongs in an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 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Two APIs — one decisive difference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5544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9AA8B8"/>
                          </a:solidFill>
                          <a:latin typeface="Calibri"/>
                        </a:defRPr>
                      </a:pPr>
                      <a:endParaRPr/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9AA8B8"/>
                          </a:solidFill>
                          <a:latin typeface="Calibri"/>
                        </a:defRPr>
                      </a:pPr>
                      <a:r>
                        <a:t>AutofillService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9AA8B8"/>
                          </a:solidFill>
                          <a:latin typeface="Calibri"/>
                        </a:defRPr>
                      </a:pPr>
                      <a:r>
                        <a:t>CredentialProviderService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Floor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API 26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API 34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Who starts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System, on field focus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App, getCredential()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We parse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AssistStructure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App declares what it wants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UI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Dropdown / optional IME chips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System bottom sheet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920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8EEF4"/>
                </a:solidFill>
                <a:latin typeface="Calibri"/>
              </a:rPr>
              <a:t>Only Autofill is ambient. CredMan is a better lock/defer shape, worse coverage.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 </a:t>
            </a:r>
            <a:r>
              <a:rPr lang="tr-TR" sz="1200" dirty="0">
                <a:solidFill>
                  <a:srgbClr val="9AA8B8"/>
                </a:solidFill>
                <a:latin typeface="Calibri"/>
              </a:rPr>
              <a:t>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Locked-entry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8EEF4"/>
                </a:solidFill>
                <a:latin typeface="Consolas"/>
              </a:rPr>
              <a:t>focus  →  onFillRequest (≤ 5 s)  →  locked RemoteViews
→  AuthActivity (FLAG_SECURE, biometric / research bypass)
→  derive  →  EXTRA_AUTHENTICATION_RESULT  →  user taps dataset  →  views filled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EEF4"/>
                </a:solidFill>
                <a:latin typeface="Calibri"/>
              </a:rPr>
              <a:t>Put TOPRF in the Activity. Never in onFillRequest.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 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Lab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8B8"/>
                </a:solidFill>
                <a:latin typeface="Calibri"/>
              </a:rPr>
              <a:t>Two APKs, cross-package. Isolated lab. FAKE- values only.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9AA8B8"/>
                          </a:solidFill>
                          <a:latin typeface="Calibri"/>
                        </a:defRPr>
                      </a:pPr>
                      <a:r>
                        <a:t>What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9AA8B8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EXP-001 XML login, locked fill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PASS on API 26, 30, 34 (manual logcat)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EXP-002 split login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PASS — offer on both steps (API 34)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EXP-003 Compose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Arm A invisible PASS; Arm B Tier 1 PASS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Automated EXP-001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Espresso flake (empty field too soon) — not a product fail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Unhinted login classifier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8EEF4"/>
                          </a:solidFill>
                          <a:latin typeface="Calibri"/>
                        </a:defRPr>
                      </a:pPr>
                      <a:r>
                        <a:t>EMAIL T2 + PASSWORD T2 on all three APIs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 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Classification — no per-app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Tier 1 — autofillHints / HTML autocomplete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Tier 2 — id/hint heuristics + poison veto (search, captcha, payment…)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Tier 3 — password topology (login / register / change)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Never read field text. Skip GONE, INVISIBLE, disabled (CCS 2018 hidden-field exfil).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Gap: unhinted registration email stayed UNKNOWN — textEmailAddress unused.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 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1.  minSdk 26 — Autofill as the product fill path (lab-backed on three AVDs).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2.  CredentialProviderService on API 34+ — same backend, integrated apps and passkeys. Additive. Stub in this lab.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3.  Reject AccessibilityService filling — Play policy + phishing surface.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E8EEF4"/>
                </a:solidFill>
                <a:latin typeface="Calibri"/>
              </a:rPr>
              <a:t>4.  Compose — require AutofillNode / contentType. Default 1.7 TextFields are invisible.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 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PRODUCT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Instagram-style go / no-go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8FDBB0"/>
                </a:solidFill>
                <a:latin typeface="Calibri"/>
              </a:rPr>
              <a:t>GO    Locked dropdown in a third-party View login — API 26, 30, and 34.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0A0A0"/>
                </a:solidFill>
                <a:latin typeface="Calibri"/>
              </a:rPr>
              <a:t>NO-GO    “Works like the desktop extension on Instagram, Chrome, and keyboard chips.”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148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8D48A"/>
                </a:solidFill>
                <a:latin typeface="Calibri"/>
              </a:rPr>
              <a:t>QUALIFIED    Session B: chips not shown; no AOSP keyboard on google_apis images. Dropdown is the compatibility floor.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 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AutoSpill — WebView fill can land on the host app’s native fields (CODASPY 2023). Not fully measured.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Chrome origin ≠ package name — do not derive against com.android.chrome as a site.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5 s fill timeout — no network in onFillRequest.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Hidden fields — classifier must keep visibility/enabled gates.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Research bypass is emulator-only. Production fails closed without a device credential.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 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5B9FD4"/>
                </a:solidFill>
                <a:latin typeface="Calibri"/>
              </a:rPr>
              <a:t>What we rejected / disproved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8EEF4"/>
                </a:solidFill>
                <a:latin typeface="Calibri"/>
              </a:rPr>
              <a:t>Rejected: AccessibilityService filling — Play lists password managers as not accessibility tools; Autofill is the narrower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8EEF4"/>
                </a:solidFill>
                <a:latin typeface="Calibri"/>
              </a:rPr>
              <a:t>Disproof (Compose): default Compose misses the provider. That qualifies Autofill-primary; it does not replace it with CredMan (CredMan also needs the app to call in).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 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B9FD4"/>
                </a:solidFill>
                <a:latin typeface="Calibri"/>
              </a:rPr>
              <a:t>EVIDENCE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5B9FD4"/>
                </a:solidFill>
                <a:latin typeface="Calibri"/>
              </a:rPr>
              <a:t>Sources if challenged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Official: AutofillService, autofill-services guide, CredMan provider guide, AOSP RemoteFillService 5 s, WHATWG autocomplete, IME inline, Play a11y policy.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Papers: Aonzo CCS ’18; AutoSpill CODASPY ’23.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Code: android/input-samples AutofillFramework 990d01c; bitwarden/android d23d1d1.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E8EEF4"/>
                </a:solidFill>
                <a:latin typeface="Calibri"/>
              </a:rPr>
              <a:t>Ledger: source-ledger.md   ·   Report: report.md   ·   Matrix: compatibility-matrix.md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 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EEF4"/>
                </a:solidFill>
                <a:latin typeface="Calibri"/>
              </a:rPr>
              <a:t>Yes — Android can do an extension-like locked fill without app integration, at API 26, using Autofill.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E8EEF4"/>
                </a:solidFill>
                <a:latin typeface="Calibri"/>
              </a:rPr>
              <a:t>Ship Autofill first. Add Credential Manager later. Do not bet the UX on IME chips or unwired Compose.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>
                <a:solidFill>
                  <a:srgbClr val="9AA8B8"/>
                </a:solidFill>
                <a:latin typeface="Calibri"/>
              </a:rPr>
              <a:t>Emirhan </a:t>
            </a:r>
            <a:r>
              <a:rPr lang="tr-TR" sz="1200" b="0" dirty="0">
                <a:solidFill>
                  <a:srgbClr val="9AA8B8"/>
                </a:solidFill>
                <a:latin typeface="Calibri"/>
              </a:rPr>
              <a:t>ELİBOL</a:t>
            </a:r>
            <a:endParaRPr sz="1200" b="0" dirty="0">
              <a:solidFill>
                <a:srgbClr val="9AA8B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424160" y="6446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814</Words>
  <Application>Microsoft Office PowerPoint</Application>
  <PresentationFormat>Geniş ekran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Emirhan Elibol</cp:lastModifiedBy>
  <cp:revision>16</cp:revision>
  <dcterms:created xsi:type="dcterms:W3CDTF">2013-01-27T09:14:16Z</dcterms:created>
  <dcterms:modified xsi:type="dcterms:W3CDTF">2026-08-28T21:12:59Z</dcterms:modified>
  <cp:category/>
</cp:coreProperties>
</file>